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8" r:id="rId6"/>
    <p:sldId id="267" r:id="rId7"/>
    <p:sldId id="286" r:id="rId8"/>
    <p:sldId id="287" r:id="rId9"/>
    <p:sldId id="271" r:id="rId10"/>
    <p:sldId id="288" r:id="rId11"/>
    <p:sldId id="281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8" d="100"/>
          <a:sy n="118" d="100"/>
        </p:scale>
        <p:origin x="258" y="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4/27/2026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4/27/2026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4/27/2026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3204840"/>
          </a:xfrm>
        </p:spPr>
        <p:txBody>
          <a:bodyPr>
            <a:normAutofit/>
          </a:bodyPr>
          <a:lstStyle/>
          <a:p>
            <a:r>
              <a:rPr lang="hr-HR" dirty="0" smtClean="0"/>
              <a:t>Analiza prodaje rabljenih vozila</a:t>
            </a:r>
            <a:br>
              <a:rPr lang="hr-HR" dirty="0" smtClean="0"/>
            </a:br>
            <a:r>
              <a:rPr lang="hr-HR" dirty="0"/>
              <a:t/>
            </a:r>
            <a:br>
              <a:rPr lang="hr-HR" dirty="0"/>
            </a:br>
            <a:r>
              <a:rPr lang="hr-HR" sz="3100" dirty="0"/>
              <a:t>Checkpoint </a:t>
            </a:r>
            <a:r>
              <a:rPr lang="hr-HR" sz="3100" dirty="0" smtClean="0"/>
              <a:t>3</a:t>
            </a:r>
            <a:endParaRPr lang="en-US" sz="31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90556" y="5517232"/>
            <a:ext cx="2016224" cy="360040"/>
          </a:xfrm>
        </p:spPr>
        <p:txBody>
          <a:bodyPr>
            <a:normAutofit fontScale="92500" lnSpcReduction="10000"/>
          </a:bodyPr>
          <a:lstStyle/>
          <a:p>
            <a:r>
              <a:rPr lang="hr-HR" sz="2000" dirty="0" smtClean="0"/>
              <a:t>Loren Bažon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Uvod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r-HR" sz="2400" dirty="0" smtClean="0"/>
              <a:t>U 2. checkpointu imamo zadataka kreirati dimenzijski model podataka</a:t>
            </a:r>
            <a:endParaRPr lang="sr-Latn-RS" altLang="sr-Latn-RS" sz="2400" b="1" dirty="0" smtClean="0">
              <a:solidFill>
                <a:srgbClr val="AA22FF"/>
              </a:solidFill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r-Latn-RS" altLang="sr-Latn-RS" sz="2400" b="1" dirty="0">
              <a:solidFill>
                <a:srgbClr val="AA22FF"/>
              </a:solidFill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r-Latn-RS" altLang="sr-Latn-RS" sz="2400" b="1" dirty="0" smtClean="0">
                <a:solidFill>
                  <a:srgbClr val="AA22FF"/>
                </a:solidFill>
              </a:rPr>
              <a:t>Dataset preuzet sa: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r-Latn-RS" altLang="sr-Latn-RS" sz="2000" dirty="0"/>
              <a:t>https://www.kaggle.com/datasets/syedanwarafridi/vehicle-sales-data?resource=download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Mjere u tablici činjenica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6" t="30935" r="41679" b="23734"/>
          <a:stretch/>
        </p:blipFill>
        <p:spPr>
          <a:xfrm>
            <a:off x="8470676" y="2276872"/>
            <a:ext cx="1944216" cy="2880320"/>
          </a:xfrm>
          <a:prstGeom prst="rect">
            <a:avLst/>
          </a:prstGeom>
        </p:spPr>
      </p:pic>
      <p:sp>
        <p:nvSpPr>
          <p:cNvPr id="6" name="Content Placeholder 13"/>
          <p:cNvSpPr>
            <a:spLocks noGrp="1"/>
          </p:cNvSpPr>
          <p:nvPr>
            <p:ph idx="1"/>
          </p:nvPr>
        </p:nvSpPr>
        <p:spPr>
          <a:xfrm>
            <a:off x="1218883" y="1701797"/>
            <a:ext cx="6027657" cy="4462272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r-HR" sz="2400" dirty="0" smtClean="0"/>
              <a:t>U tablici činjenica imamo 3 mjere: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altLang="sr-Latn-RS" sz="2400" dirty="0" smtClean="0"/>
              <a:t>selling_price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altLang="sr-Latn-RS" sz="2400" dirty="0"/>
              <a:t>m</a:t>
            </a:r>
            <a:r>
              <a:rPr lang="hr-HR" altLang="sr-Latn-RS" sz="2400" dirty="0" smtClean="0"/>
              <a:t>mr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sr-Latn-RS" altLang="sr-Latn-RS" sz="2000" dirty="0"/>
              <a:t>o</a:t>
            </a:r>
            <a:r>
              <a:rPr lang="sr-Latn-RS" altLang="sr-Latn-RS" sz="2000" dirty="0" smtClean="0"/>
              <a:t>dometer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r-Latn-RS" altLang="sr-Latn-RS" sz="2000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Različite dimenzije u skupu podataka</a:t>
            </a:r>
            <a:endParaRPr lang="en-US" dirty="0"/>
          </a:p>
        </p:txBody>
      </p:sp>
      <p:sp>
        <p:nvSpPr>
          <p:cNvPr id="6" name="Content Placeholder 13"/>
          <p:cNvSpPr>
            <a:spLocks noGrp="1"/>
          </p:cNvSpPr>
          <p:nvPr>
            <p:ph idx="1"/>
          </p:nvPr>
        </p:nvSpPr>
        <p:spPr>
          <a:xfrm>
            <a:off x="1218883" y="1701797"/>
            <a:ext cx="6027657" cy="4462272"/>
          </a:xfrm>
        </p:spPr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dirty="0" smtClean="0"/>
              <a:t>dim_vozilo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altLang="sr-Latn-RS" dirty="0" smtClean="0"/>
              <a:t>dim_datum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altLang="sr-Latn-RS" dirty="0" smtClean="0"/>
              <a:t>dim_lokacija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altLang="sr-Latn-RS" dirty="0" smtClean="0"/>
              <a:t>dim_prodavac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sr-Latn-RS" altLang="sr-Latn-RS" dirty="0" smtClean="0"/>
              <a:t>dim_stanje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r-Latn-RS" altLang="sr-Latn-R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52" y="1725951"/>
            <a:ext cx="4465183" cy="450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2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H</a:t>
            </a:r>
            <a:r>
              <a:rPr lang="hr-HR" dirty="0" smtClean="0"/>
              <a:t>ijararhije u dimenzijskim tablicama</a:t>
            </a:r>
            <a:endParaRPr lang="en-US" dirty="0"/>
          </a:p>
        </p:txBody>
      </p:sp>
      <p:sp>
        <p:nvSpPr>
          <p:cNvPr id="6" name="Content Placeholder 13"/>
          <p:cNvSpPr>
            <a:spLocks noGrp="1"/>
          </p:cNvSpPr>
          <p:nvPr>
            <p:ph idx="1"/>
          </p:nvPr>
        </p:nvSpPr>
        <p:spPr>
          <a:xfrm>
            <a:off x="1218883" y="1701797"/>
            <a:ext cx="6027657" cy="4462272"/>
          </a:xfrm>
        </p:spPr>
        <p:txBody>
          <a:bodyPr>
            <a:norm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sz="2400" dirty="0"/>
              <a:t>d</a:t>
            </a:r>
            <a:r>
              <a:rPr lang="hr-HR" sz="2400" dirty="0" smtClean="0"/>
              <a:t>im_datum: year – quarter – month - day</a:t>
            </a:r>
            <a:endParaRPr lang="hr-HR" sz="2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sz="2400" dirty="0"/>
              <a:t>d</a:t>
            </a:r>
            <a:r>
              <a:rPr lang="hr-HR" sz="2400" dirty="0" smtClean="0"/>
              <a:t>im_vozilo: make – model - trim</a:t>
            </a:r>
            <a:endParaRPr lang="hr-HR" altLang="sr-Latn-RS" sz="2400" dirty="0" smtClean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hr-HR" altLang="sr-Latn-RS" sz="2400" dirty="0" smtClean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r-HR" altLang="sr-Latn-RS" sz="2400" dirty="0" smtClean="0"/>
              <a:t>Degenerirana dimenzija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r-HR" altLang="sr-Latn-RS" sz="2400" dirty="0" smtClean="0"/>
              <a:t>- sale_id – direktno u tablici činjenica</a:t>
            </a:r>
            <a:endParaRPr lang="sr-Latn-RS" altLang="sr-Latn-RS" sz="2400" dirty="0" smtClean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r-Latn-RS" altLang="sr-Latn-R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201" y="1680075"/>
            <a:ext cx="4465183" cy="450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9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ERR dijagram – star shema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504" y="1498600"/>
            <a:ext cx="4949127" cy="499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6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Sporo mjenjajuće dimenzije, različite izvedbe dim. tablica</a:t>
            </a:r>
            <a:endParaRPr lang="en-US" dirty="0"/>
          </a:p>
        </p:txBody>
      </p:sp>
      <p:sp>
        <p:nvSpPr>
          <p:cNvPr id="6" name="Content Placeholder 13"/>
          <p:cNvSpPr>
            <a:spLocks noGrp="1"/>
          </p:cNvSpPr>
          <p:nvPr>
            <p:ph idx="1"/>
          </p:nvPr>
        </p:nvSpPr>
        <p:spPr>
          <a:xfrm>
            <a:off x="1218883" y="1701797"/>
            <a:ext cx="6027657" cy="4462272"/>
          </a:xfrm>
        </p:spPr>
        <p:txBody>
          <a:bodyPr>
            <a:norm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sz="2400" dirty="0" smtClean="0"/>
              <a:t>valid_from – od kada zapis vrijedi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sz="2400" dirty="0" smtClean="0"/>
              <a:t>valid_to – do kada vrijedi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lang="hr-HR" sz="2400" dirty="0" smtClean="0"/>
              <a:t>is_current – trenutno aktivni zapis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endParaRPr lang="sr-Latn-RS" altLang="sr-Latn-RS" sz="2400" dirty="0" smtClean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r-Latn-RS" altLang="sr-Latn-R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201" y="1680075"/>
            <a:ext cx="4465183" cy="450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3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5940" y="274637"/>
            <a:ext cx="9001000" cy="3874443"/>
          </a:xfrm>
        </p:spPr>
        <p:txBody>
          <a:bodyPr>
            <a:normAutofit/>
          </a:bodyPr>
          <a:lstStyle/>
          <a:p>
            <a:r>
              <a:rPr lang="hr-HR" sz="8800" dirty="0" smtClean="0"/>
              <a:t>HVALA NA PAŽNJI!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2175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2344</TotalTime>
  <Words>111</Words>
  <Application>Microsoft Office PowerPoint</Application>
  <PresentationFormat>Custom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Tech 16x9</vt:lpstr>
      <vt:lpstr>Analiza prodaje rabljenih vozila  Checkpoint 3</vt:lpstr>
      <vt:lpstr>Uvod</vt:lpstr>
      <vt:lpstr>Mjere u tablici činjenica</vt:lpstr>
      <vt:lpstr>Različite dimenzije u skupu podataka</vt:lpstr>
      <vt:lpstr>Hijararhije u dimenzijskim tablicama</vt:lpstr>
      <vt:lpstr>ERR dijagram – star shema</vt:lpstr>
      <vt:lpstr>Sporo mjenjajuće dimenzije, različite izvedbe dim. tablica</vt:lpstr>
      <vt:lpstr>HVALA NA PAŽNJI!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rentanja vozila za Ameriku</dc:title>
  <dc:creator>Microsoft account</dc:creator>
  <cp:lastModifiedBy>Microsoft account</cp:lastModifiedBy>
  <cp:revision>19</cp:revision>
  <dcterms:created xsi:type="dcterms:W3CDTF">2026-03-16T10:48:55Z</dcterms:created>
  <dcterms:modified xsi:type="dcterms:W3CDTF">2026-04-27T19:42:38Z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