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7" r:id="rId5"/>
    <p:sldId id="268" r:id="rId6"/>
    <p:sldId id="267" r:id="rId7"/>
    <p:sldId id="283" r:id="rId8"/>
    <p:sldId id="284" r:id="rId9"/>
    <p:sldId id="270" r:id="rId10"/>
    <p:sldId id="269" r:id="rId11"/>
    <p:sldId id="276" r:id="rId12"/>
    <p:sldId id="285" r:id="rId13"/>
    <p:sldId id="277" r:id="rId14"/>
    <p:sldId id="280" r:id="rId15"/>
    <p:sldId id="271" r:id="rId16"/>
    <p:sldId id="281" r:id="rId1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122" d="100"/>
          <a:sy n="122" d="100"/>
        </p:scale>
        <p:origin x="96" y="26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4/14/2026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4/14/2026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4/14/2026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4/14/2026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4/14/2026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4/14/2026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4/14/2026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4/14/2026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4/14/2026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3204840"/>
          </a:xfrm>
        </p:spPr>
        <p:txBody>
          <a:bodyPr>
            <a:normAutofit/>
          </a:bodyPr>
          <a:lstStyle/>
          <a:p>
            <a:r>
              <a:rPr lang="hr-HR" dirty="0" smtClean="0"/>
              <a:t>Analiza prodaje rabljenih vozila</a:t>
            </a:r>
            <a:br>
              <a:rPr lang="hr-HR" dirty="0" smtClean="0"/>
            </a:br>
            <a:r>
              <a:rPr lang="hr-HR" dirty="0"/>
              <a:t/>
            </a:r>
            <a:br>
              <a:rPr lang="hr-HR" dirty="0"/>
            </a:br>
            <a:r>
              <a:rPr lang="hr-HR" sz="3100" dirty="0"/>
              <a:t>Checkpoint </a:t>
            </a:r>
            <a:r>
              <a:rPr lang="hr-HR" sz="3100" dirty="0" smtClean="0"/>
              <a:t>2</a:t>
            </a:r>
            <a:endParaRPr lang="en-US" sz="31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7390556" y="5517232"/>
            <a:ext cx="2016224" cy="360040"/>
          </a:xfrm>
        </p:spPr>
        <p:txBody>
          <a:bodyPr>
            <a:normAutofit fontScale="92500" lnSpcReduction="10000"/>
          </a:bodyPr>
          <a:lstStyle/>
          <a:p>
            <a:r>
              <a:rPr lang="hr-HR" sz="2000" dirty="0" smtClean="0"/>
              <a:t>Loren Bažon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Uvod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hr-HR" sz="2400" dirty="0" smtClean="0"/>
              <a:t>U 2. checkpointu imamo zadataka obaviti predprocesiranje, umetanje podataka u bazu i provjera umetnutih podataka</a:t>
            </a:r>
            <a:endParaRPr lang="sr-Latn-RS" altLang="sr-Latn-RS" sz="2400" b="1" dirty="0" smtClean="0">
              <a:solidFill>
                <a:srgbClr val="AA22FF"/>
              </a:solidFill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sr-Latn-RS" altLang="sr-Latn-RS" sz="2400" b="1" dirty="0">
              <a:solidFill>
                <a:srgbClr val="AA22FF"/>
              </a:solidFill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r-Latn-RS" altLang="sr-Latn-RS" sz="2400" b="1" dirty="0" smtClean="0">
                <a:solidFill>
                  <a:srgbClr val="AA22FF"/>
                </a:solidFill>
              </a:rPr>
              <a:t>Dataset preuzet sa: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r-Latn-RS" altLang="sr-Latn-RS" sz="2000" dirty="0"/>
              <a:t>https://www.kaggle.com/datasets/syedanwarafridi/vehicle-sales-data?resource=download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Predprocesiranje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883" y="1498600"/>
            <a:ext cx="4521199" cy="51346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396" y="1498600"/>
            <a:ext cx="6040239" cy="513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Predprocesiranje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115" y="1498600"/>
            <a:ext cx="4235846" cy="49545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404" y="1467421"/>
            <a:ext cx="4650444" cy="498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1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Predprocesiranje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883" y="1491084"/>
            <a:ext cx="5206669" cy="51845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896" y="1491084"/>
            <a:ext cx="4800600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8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Analiza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646140" y="1311151"/>
            <a:ext cx="67152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r-HR" dirty="0" smtClean="0"/>
              <a:t>Ponovno napravljena analiza kao za checkpoint 1</a:t>
            </a:r>
            <a:endParaRPr lang="hr-H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28" y="1772816"/>
            <a:ext cx="5148004" cy="47525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856" y="2286589"/>
            <a:ext cx="6039953" cy="397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16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ER dijagram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34" y="1700808"/>
            <a:ext cx="6357238" cy="472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Baza i import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883" y="1628800"/>
            <a:ext cx="3087348" cy="47790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236" y="1231231"/>
            <a:ext cx="3389450" cy="51766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5874" y="1231231"/>
            <a:ext cx="3739995" cy="496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4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Baza i import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36" y="1488491"/>
            <a:ext cx="3305175" cy="49815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888" y="1498600"/>
            <a:ext cx="3601309" cy="48101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6230" y="1494408"/>
            <a:ext cx="4020994" cy="163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11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Testiranje podataka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852" y="1498600"/>
            <a:ext cx="3143250" cy="3429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809" y="1498600"/>
            <a:ext cx="3230181" cy="48965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755" y="1498600"/>
            <a:ext cx="35052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46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Vraćanje baze u CSV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883" y="1498600"/>
            <a:ext cx="3744416" cy="509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77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ERR dijagram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044" y="1498600"/>
            <a:ext cx="6000048" cy="499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662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5940" y="274637"/>
            <a:ext cx="9001000" cy="3874443"/>
          </a:xfrm>
        </p:spPr>
        <p:txBody>
          <a:bodyPr>
            <a:normAutofit/>
          </a:bodyPr>
          <a:lstStyle/>
          <a:p>
            <a:r>
              <a:rPr lang="hr-HR" sz="8800" dirty="0" smtClean="0"/>
              <a:t>HVALA NA PAŽNJI!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221752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4873beb7-5857-4685-be1f-d57550cc96c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2296</TotalTime>
  <Words>62</Words>
  <Application>Microsoft Office PowerPoint</Application>
  <PresentationFormat>Custom</PresentationFormat>
  <Paragraphs>19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Tech 16x9</vt:lpstr>
      <vt:lpstr>Analiza prodaje rabljenih vozila  Checkpoint 2</vt:lpstr>
      <vt:lpstr>Uvod</vt:lpstr>
      <vt:lpstr>Predprocesiranje</vt:lpstr>
      <vt:lpstr>Predprocesiranje</vt:lpstr>
      <vt:lpstr>Predprocesiranje</vt:lpstr>
      <vt:lpstr>Analiza</vt:lpstr>
      <vt:lpstr>ER dijagram</vt:lpstr>
      <vt:lpstr>Baza i import</vt:lpstr>
      <vt:lpstr>Baza i import</vt:lpstr>
      <vt:lpstr>Testiranje podataka</vt:lpstr>
      <vt:lpstr>Vraćanje baze u CSV</vt:lpstr>
      <vt:lpstr>ERR dijagram</vt:lpstr>
      <vt:lpstr>HVALA NA PAŽNJI!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Analiza rentanja vozila za Ameriku</dc:title>
  <dc:creator>Microsoft account</dc:creator>
  <cp:lastModifiedBy>Microsoft account</cp:lastModifiedBy>
  <cp:revision>15</cp:revision>
  <dcterms:created xsi:type="dcterms:W3CDTF">2026-03-16T10:48:55Z</dcterms:created>
  <dcterms:modified xsi:type="dcterms:W3CDTF">2026-04-15T17:36:35Z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