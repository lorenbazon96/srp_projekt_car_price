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68" r:id="rId6"/>
    <p:sldId id="267" r:id="rId7"/>
    <p:sldId id="269" r:id="rId8"/>
    <p:sldId id="270" r:id="rId9"/>
    <p:sldId id="276" r:id="rId10"/>
    <p:sldId id="277" r:id="rId11"/>
    <p:sldId id="280" r:id="rId12"/>
    <p:sldId id="282" r:id="rId13"/>
    <p:sldId id="274" r:id="rId14"/>
    <p:sldId id="271" r:id="rId15"/>
    <p:sldId id="273" r:id="rId16"/>
    <p:sldId id="275" r:id="rId17"/>
    <p:sldId id="281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22" d="100"/>
          <a:sy n="122" d="100"/>
        </p:scale>
        <p:origin x="96" y="26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4/14/2026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4/14/2026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3492872"/>
          </a:xfrm>
        </p:spPr>
        <p:txBody>
          <a:bodyPr>
            <a:normAutofit/>
          </a:bodyPr>
          <a:lstStyle/>
          <a:p>
            <a:r>
              <a:rPr lang="hr-HR" dirty="0" smtClean="0"/>
              <a:t>Analiza prodaje rabljenih vozila</a:t>
            </a:r>
            <a:br>
              <a:rPr lang="hr-HR" dirty="0" smtClean="0"/>
            </a:br>
            <a:r>
              <a:rPr lang="hr-HR" dirty="0" smtClean="0"/>
              <a:t/>
            </a:r>
            <a:br>
              <a:rPr lang="hr-HR" dirty="0" smtClean="0"/>
            </a:br>
            <a:r>
              <a:rPr lang="hr-HR" sz="2800" dirty="0" smtClean="0"/>
              <a:t>Checkpoint 1</a:t>
            </a:r>
            <a:endParaRPr lang="en-US" sz="2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90556" y="5517232"/>
            <a:ext cx="2016224" cy="360040"/>
          </a:xfrm>
        </p:spPr>
        <p:txBody>
          <a:bodyPr>
            <a:normAutofit fontScale="92500" lnSpcReduction="10000"/>
          </a:bodyPr>
          <a:lstStyle/>
          <a:p>
            <a:r>
              <a:rPr lang="hr-HR" sz="2000" dirty="0" smtClean="0"/>
              <a:t>Loren Bažon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Uvod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hr-HR" sz="2400" dirty="0" smtClean="0"/>
              <a:t>Analiza sadrži </a:t>
            </a:r>
            <a:r>
              <a:rPr lang="sr-Latn-RS" altLang="sr-Latn-RS" sz="2400" dirty="0"/>
              <a:t>informacije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o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prodaji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rabljenih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vozila</a:t>
            </a:r>
            <a:r>
              <a:rPr lang="sr-Latn-RS" altLang="sr-Latn-RS" sz="2400" dirty="0">
                <a:solidFill>
                  <a:srgbClr val="0055AA"/>
                </a:solidFill>
              </a:rPr>
              <a:t>,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uključujući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godinu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proizvodnje</a:t>
            </a:r>
            <a:r>
              <a:rPr lang="sr-Latn-RS" altLang="sr-Latn-RS" sz="2400" dirty="0">
                <a:solidFill>
                  <a:srgbClr val="0055AA"/>
                </a:solidFill>
              </a:rPr>
              <a:t>,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marku</a:t>
            </a:r>
            <a:r>
              <a:rPr lang="sr-Latn-RS" altLang="sr-Latn-RS" sz="2400" dirty="0">
                <a:solidFill>
                  <a:srgbClr val="0055AA"/>
                </a:solidFill>
              </a:rPr>
              <a:t>,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 smtClean="0"/>
              <a:t>model</a:t>
            </a:r>
            <a:r>
              <a:rPr lang="sr-Latn-RS" altLang="sr-Latn-RS" sz="2400" dirty="0">
                <a:solidFill>
                  <a:srgbClr val="0055AA"/>
                </a:solidFill>
              </a:rPr>
              <a:t>,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stanje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vozila</a:t>
            </a:r>
            <a:r>
              <a:rPr lang="sr-Latn-RS" altLang="sr-Latn-RS" sz="2400" dirty="0">
                <a:solidFill>
                  <a:srgbClr val="0055AA"/>
                </a:solidFill>
              </a:rPr>
              <a:t>,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kilometražu</a:t>
            </a:r>
            <a:r>
              <a:rPr lang="sr-Latn-RS" altLang="sr-Latn-RS" sz="2400" dirty="0">
                <a:solidFill>
                  <a:srgbClr val="0055AA"/>
                </a:solidFill>
              </a:rPr>
              <a:t>,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cijenu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i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/>
              <a:t>datum</a:t>
            </a:r>
            <a:r>
              <a:rPr lang="sr-Latn-RS" altLang="sr-Latn-RS" sz="2400" dirty="0">
                <a:solidFill>
                  <a:srgbClr val="212121"/>
                </a:solidFill>
              </a:rPr>
              <a:t> </a:t>
            </a:r>
            <a:r>
              <a:rPr lang="sr-Latn-RS" altLang="sr-Latn-RS" sz="2400" dirty="0" smtClean="0"/>
              <a:t>prodaje</a:t>
            </a:r>
            <a:r>
              <a:rPr lang="sr-Latn-RS" altLang="sr-Latn-RS" sz="2400" b="1" dirty="0" smtClean="0">
                <a:solidFill>
                  <a:srgbClr val="AA22FF"/>
                </a:solidFill>
              </a:rPr>
              <a:t>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sr-Latn-RS" altLang="sr-Latn-RS" sz="2400" b="1" dirty="0">
              <a:solidFill>
                <a:srgbClr val="AA22FF"/>
              </a:solidFill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r-Latn-RS" altLang="sr-Latn-RS" sz="2400" b="1" dirty="0" smtClean="0">
                <a:solidFill>
                  <a:srgbClr val="AA22FF"/>
                </a:solidFill>
              </a:rPr>
              <a:t>Dataset preuzet sa: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r-Latn-RS" altLang="sr-Latn-RS" sz="2000" dirty="0"/>
              <a:t>https://www.kaggle.com/datasets/syedanwarafridi/vehicle-sales-data?resource=download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Ispis prvih 5 redaka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132" y="2420888"/>
            <a:ext cx="4362450" cy="137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81128"/>
            <a:ext cx="12188825" cy="152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Je li skup podataka dovoljno velik?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13892" y="2420888"/>
            <a:ext cx="3429590" cy="576064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500707" y="2636912"/>
            <a:ext cx="5078677" cy="1866136"/>
          </a:xfrm>
        </p:spPr>
        <p:txBody>
          <a:bodyPr/>
          <a:lstStyle/>
          <a:p>
            <a:r>
              <a:rPr lang="hr-HR" dirty="0"/>
              <a:t>Da. Skup sadrži </a:t>
            </a:r>
            <a:r>
              <a:rPr lang="hr-HR" dirty="0" smtClean="0"/>
              <a:t>više od 558 </a:t>
            </a:r>
            <a:r>
              <a:rPr lang="hr-HR" dirty="0"/>
              <a:t>000 redaka i </a:t>
            </a:r>
            <a:r>
              <a:rPr lang="hr-HR" dirty="0" smtClean="0"/>
              <a:t>16 </a:t>
            </a:r>
            <a:r>
              <a:rPr lang="hr-HR" dirty="0"/>
              <a:t>stupaca, što </a:t>
            </a:r>
            <a:r>
              <a:rPr lang="hr-HR" dirty="0" smtClean="0"/>
              <a:t>je više </a:t>
            </a:r>
            <a:r>
              <a:rPr lang="hr-HR" dirty="0"/>
              <a:t>od optimalnog minimuma (15 000 redaka i 20 stupaca).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1" y="3591412"/>
            <a:ext cx="1774539" cy="62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 li skup ima dovoljno različite podatke?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1943341"/>
            <a:ext cx="990600" cy="228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94212" y="2852936"/>
            <a:ext cx="67152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dirty="0"/>
              <a:t>Da. Atributi poput make, model, state, seller i color imaju velik broj različitih vrijednosti, što pokazuje visoku raznolikost podataka.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84" y="2996952"/>
            <a:ext cx="17811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6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Jedinstvenost podataka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2204864"/>
            <a:ext cx="7475331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Jedinstvenost podataka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60" y="1699910"/>
            <a:ext cx="3744416" cy="48106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04" y="2276873"/>
            <a:ext cx="4361021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46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Frekvencija vrijednosti po stupcima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83" y="1844824"/>
            <a:ext cx="4095286" cy="7473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99" y="2947302"/>
            <a:ext cx="1960057" cy="36126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594" y="3196325"/>
            <a:ext cx="1933575" cy="33337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740" y="797554"/>
            <a:ext cx="1645243" cy="57624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407" y="1628800"/>
            <a:ext cx="2486245" cy="498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7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Frekvencija vrijednosti po stupcima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132" y="1709633"/>
            <a:ext cx="2088232" cy="445425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030" y="1708708"/>
            <a:ext cx="2076450" cy="4467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436" y="1916832"/>
            <a:ext cx="3030351" cy="388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Je li skup ima vremensku dimenziju?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500707" y="2636912"/>
            <a:ext cx="5078677" cy="2304256"/>
          </a:xfrm>
        </p:spPr>
        <p:txBody>
          <a:bodyPr>
            <a:normAutofit/>
          </a:bodyPr>
          <a:lstStyle/>
          <a:p>
            <a:r>
              <a:rPr lang="hr-HR" dirty="0"/>
              <a:t>Da. Skup sadrži atribut saledate, koji omogućuje analizu trendova prodaje kroz vrijeme.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2771030"/>
            <a:ext cx="33623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5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Opis atributa</a:t>
            </a:r>
            <a:endParaRPr lang="en-US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204" y="980728"/>
            <a:ext cx="4968552" cy="527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6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Je li skup ima puno nedostajućih vrijednosti?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5086301" y="2636912"/>
            <a:ext cx="6493084" cy="259228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hr-HR" dirty="0"/>
              <a:t>Ne. Nedostajuće vrijednosti postoje u nekim atributima, ali u količini koja je uobičajena za realne skupove podataka i može se obraditi u daljnjoj analizi.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2619896"/>
            <a:ext cx="2257425" cy="3714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714" y="3284984"/>
            <a:ext cx="1981020" cy="286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Je li skup ima kvantitativne i kvalitativne podatke?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1320456" y="2204864"/>
            <a:ext cx="9526484" cy="2376264"/>
          </a:xfrm>
        </p:spPr>
        <p:txBody>
          <a:bodyPr>
            <a:normAutofit/>
          </a:bodyPr>
          <a:lstStyle/>
          <a:p>
            <a:r>
              <a:rPr lang="hr-HR" dirty="0"/>
              <a:t>Da. Skup uključuje </a:t>
            </a:r>
            <a:r>
              <a:rPr lang="hr-HR" dirty="0" smtClean="0"/>
              <a:t>kvantitativne </a:t>
            </a:r>
            <a:r>
              <a:rPr lang="hr-HR" dirty="0"/>
              <a:t>podatke (npr. sellingprice, odometer, mmr, condition) i </a:t>
            </a:r>
            <a:r>
              <a:rPr lang="hr-HR" dirty="0" smtClean="0"/>
              <a:t>kvalitativne </a:t>
            </a:r>
            <a:r>
              <a:rPr lang="hr-HR" dirty="0"/>
              <a:t>podatke (npr. make, model, body, transmission).</a:t>
            </a:r>
          </a:p>
        </p:txBody>
      </p:sp>
    </p:spTree>
    <p:extLst>
      <p:ext uri="{BB962C8B-B14F-4D97-AF65-F5344CB8AC3E}">
        <p14:creationId xmlns:p14="http://schemas.microsoft.com/office/powerpoint/2010/main" val="194276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940" y="274637"/>
            <a:ext cx="9001000" cy="3874443"/>
          </a:xfrm>
        </p:spPr>
        <p:txBody>
          <a:bodyPr>
            <a:normAutofit/>
          </a:bodyPr>
          <a:lstStyle/>
          <a:p>
            <a:r>
              <a:rPr lang="hr-HR" sz="8800" dirty="0" smtClean="0"/>
              <a:t>HVALA NA PAŽNJI!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217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2207</TotalTime>
  <Words>226</Words>
  <Application>Microsoft Office PowerPoint</Application>
  <PresentationFormat>Custom</PresentationFormat>
  <Paragraphs>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Tech 16x9</vt:lpstr>
      <vt:lpstr>Analiza prodaje rabljenih vozila  Checkpoint 1</vt:lpstr>
      <vt:lpstr>Uvod</vt:lpstr>
      <vt:lpstr>Ispis prvih 5 redaka</vt:lpstr>
      <vt:lpstr>Je li skup podataka dovoljno velik?</vt:lpstr>
      <vt:lpstr>Je li skup ima dovoljno različite podatke?</vt:lpstr>
      <vt:lpstr>Jedinstvenost podataka</vt:lpstr>
      <vt:lpstr>Jedinstvenost podataka</vt:lpstr>
      <vt:lpstr>Frekvencija vrijednosti po stupcima</vt:lpstr>
      <vt:lpstr>Frekvencija vrijednosti po stupcima</vt:lpstr>
      <vt:lpstr>Je li skup ima vremensku dimenziju?</vt:lpstr>
      <vt:lpstr>Opis atributa</vt:lpstr>
      <vt:lpstr>Je li skup ima puno nedostajućih vrijednosti?</vt:lpstr>
      <vt:lpstr>Je li skup ima kvantitativne i kvalitativne podatke?</vt:lpstr>
      <vt:lpstr>HVALA NA PAŽNJI!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rentanja vozila za Ameriku</dc:title>
  <dc:creator>Microsoft account</dc:creator>
  <cp:lastModifiedBy>Microsoft account</cp:lastModifiedBy>
  <cp:revision>13</cp:revision>
  <dcterms:created xsi:type="dcterms:W3CDTF">2026-03-16T10:48:55Z</dcterms:created>
  <dcterms:modified xsi:type="dcterms:W3CDTF">2026-04-15T17:36:38Z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